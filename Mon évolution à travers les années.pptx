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4"/>
  </p:sldMasterIdLst>
  <p:sldIdLst>
    <p:sldId id="256" r:id="rId5"/>
    <p:sldId id="257" r:id="rId6"/>
    <p:sldId id="259" r:id="rId7"/>
    <p:sldId id="261" r:id="rId8"/>
    <p:sldId id="262" r:id="rId9"/>
    <p:sldId id="263" r:id="rId10"/>
    <p:sldId id="264" r:id="rId11"/>
    <p:sldId id="260" r:id="rId12"/>
    <p:sldId id="265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1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9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89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71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7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1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8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9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9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13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6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41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87" r:id="rId6"/>
    <p:sldLayoutId id="2147483783" r:id="rId7"/>
    <p:sldLayoutId id="2147483784" r:id="rId8"/>
    <p:sldLayoutId id="2147483785" r:id="rId9"/>
    <p:sldLayoutId id="2147483786" r:id="rId10"/>
    <p:sldLayoutId id="214748378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954D5B3-506D-C50B-730A-94F356C18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fr-BE" sz="4000"/>
              <a:t>Mon évolution à travers les années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14AFCC5-D46E-C9CA-79D2-7636297BC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945712"/>
            <a:ext cx="3380437" cy="850392"/>
          </a:xfrm>
        </p:spPr>
        <p:txBody>
          <a:bodyPr anchor="b">
            <a:normAutofit/>
          </a:bodyPr>
          <a:lstStyle/>
          <a:p>
            <a:r>
              <a:rPr lang="fr-BE" sz="1800"/>
              <a:t>Présentation de wyatt rommes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0FBCDEA-1879-D0DA-7E65-7632FFDAB5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1" r="24671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50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2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2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F706A0-7464-1E42-9299-D872211B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3400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dirty="0"/>
              <a:t>Le present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80209F-E592-1F2B-0BEA-96878BAF3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9974" y="1972172"/>
            <a:ext cx="3259785" cy="9257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dirty="0"/>
              <a:t>Le project fitness </a:t>
            </a:r>
          </a:p>
        </p:txBody>
      </p:sp>
      <p:cxnSp>
        <p:nvCxnSpPr>
          <p:cNvPr id="34" name="Straight Connector 2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20BE1E1F-64E7-7CF4-A36C-A4C554E4F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65" y="863602"/>
            <a:ext cx="6734109" cy="5134757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D4067132-CA68-5FDD-6D50-27A7440EFFC1}"/>
              </a:ext>
            </a:extLst>
          </p:cNvPr>
          <p:cNvSpPr txBox="1"/>
          <p:nvPr/>
        </p:nvSpPr>
        <p:spPr>
          <a:xfrm>
            <a:off x="7607617" y="3277614"/>
            <a:ext cx="45120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dirty="0"/>
              <a:t>IMC : L'IMC (Indice de Masse Corporelle) est une mesure standardisée qui permet d'estimer la corpulence d'une personne et d'évaluer les risques pour la santé liés au poids</a:t>
            </a:r>
          </a:p>
        </p:txBody>
      </p:sp>
    </p:spTree>
    <p:extLst>
      <p:ext uri="{BB962C8B-B14F-4D97-AF65-F5344CB8AC3E}">
        <p14:creationId xmlns:p14="http://schemas.microsoft.com/office/powerpoint/2010/main" val="299750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7F6487A1-DC8F-CA50-A05F-521F98A14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09" y="1227614"/>
            <a:ext cx="2686425" cy="144800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AB44477-9393-BFFA-4A08-C4E218C22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274" y="993794"/>
            <a:ext cx="3788099" cy="243520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B705EC4-E5C3-3778-F23B-B1FA888A2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71" y="2884318"/>
            <a:ext cx="4038430" cy="259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75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BA8AA5A-A64D-7C8E-5BF6-C98DA4DA6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6410560-AAC9-21A3-1868-EF4665B772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" r="1685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4997F57-4127-92D9-4B7D-4C5ABFA52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2244909"/>
            <a:ext cx="4693473" cy="39540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Le </a:t>
            </a:r>
            <a:r>
              <a:rPr lang="en-US" sz="5400" dirty="0" err="1">
                <a:solidFill>
                  <a:srgbClr val="FFFFFF"/>
                </a:solidFill>
              </a:rPr>
              <a:t>Projet</a:t>
            </a:r>
            <a:r>
              <a:rPr lang="en-US" sz="5400" dirty="0">
                <a:solidFill>
                  <a:srgbClr val="FFFFFF"/>
                </a:solidFill>
              </a:rPr>
              <a:t> </a:t>
            </a:r>
            <a:r>
              <a:rPr lang="en-US" sz="5400" dirty="0" err="1">
                <a:solidFill>
                  <a:srgbClr val="FFFFFF"/>
                </a:solidFill>
              </a:rPr>
              <a:t>CAnsat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14478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600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23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AA8030-FA65-4B8E-8530-372EEE85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FB8F2AC7-1B15-687F-5980-8833FDC9D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228" y="2405921"/>
            <a:ext cx="2416010" cy="381390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F187CB0-C2C9-B20A-8DC1-B906AF547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286" y="2405921"/>
            <a:ext cx="2833391" cy="3813903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9329BF3-4026-B421-C864-B564AABF2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113" y="2405921"/>
            <a:ext cx="2889031" cy="381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63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E3FF0-1F13-B480-2A38-A4813819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BE" sz="4800" dirty="0" err="1"/>
              <a:t>L’ia</a:t>
            </a:r>
            <a:endParaRPr lang="fr-BE" sz="4800" dirty="0"/>
          </a:p>
        </p:txBody>
      </p:sp>
      <p:pic>
        <p:nvPicPr>
          <p:cNvPr id="7" name="Image 6" descr="Free: Claude AI Logo Design - nohat.cc">
            <a:extLst>
              <a:ext uri="{FF2B5EF4-FFF2-40B4-BE49-F238E27FC236}">
                <a16:creationId xmlns:a16="http://schemas.microsoft.com/office/drawing/2014/main" id="{C8DB4D27-2B96-FD27-796A-18472F991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2411349"/>
            <a:ext cx="3333750" cy="3333750"/>
          </a:xfrm>
          <a:prstGeom prst="rect">
            <a:avLst/>
          </a:prstGeom>
        </p:spPr>
      </p:pic>
      <p:pic>
        <p:nvPicPr>
          <p:cNvPr id="8" name="Image 7" descr="Chat Gpt App Logo Stock Illustrations – 145 Chat Gpt App Logo Stock Illustrations, Vectors &amp; Clipart - Dreamstime">
            <a:extLst>
              <a:ext uri="{FF2B5EF4-FFF2-40B4-BE49-F238E27FC236}">
                <a16:creationId xmlns:a16="http://schemas.microsoft.com/office/drawing/2014/main" id="{9508EA1B-E9E6-3994-EF3E-B5066F209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441" y="2741665"/>
            <a:ext cx="2673117" cy="2673117"/>
          </a:xfrm>
          <a:prstGeom prst="rect">
            <a:avLst/>
          </a:prstGeom>
        </p:spPr>
      </p:pic>
      <p:pic>
        <p:nvPicPr>
          <p:cNvPr id="9" name="Image 8" descr="Gemini New Logo PNG Vector (SVG) Free Download">
            <a:extLst>
              <a:ext uri="{FF2B5EF4-FFF2-40B4-BE49-F238E27FC236}">
                <a16:creationId xmlns:a16="http://schemas.microsoft.com/office/drawing/2014/main" id="{64CDE585-A32F-C5B4-1B26-2E944A1EE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614" y="2741664"/>
            <a:ext cx="2673117" cy="267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6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B16AAB-F14D-36D4-2405-2DB716637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191" y="1075369"/>
            <a:ext cx="9141489" cy="13182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200" dirty="0"/>
              <a:t>LE passé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File:Scratchlogo.svg - Wikimedia Commons">
            <a:extLst>
              <a:ext uri="{FF2B5EF4-FFF2-40B4-BE49-F238E27FC236}">
                <a16:creationId xmlns:a16="http://schemas.microsoft.com/office/drawing/2014/main" id="{BCF4083C-4BD5-3459-78E2-14854E02B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92" y="2361714"/>
            <a:ext cx="9141489" cy="342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07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Image 3" descr="44,400+ Man Working At Desk At Home Stock Photos, Pictures &amp; Royalty-Free Images - iStock">
            <a:extLst>
              <a:ext uri="{FF2B5EF4-FFF2-40B4-BE49-F238E27FC236}">
                <a16:creationId xmlns:a16="http://schemas.microsoft.com/office/drawing/2014/main" id="{93F2D13C-9205-1C45-0B4D-BF12183AC3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7" b="1482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1EC7BBA-6DE8-21A6-A7DF-0D67C2F7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Quand est-il du futur ?</a:t>
            </a:r>
          </a:p>
        </p:txBody>
      </p:sp>
    </p:spTree>
    <p:extLst>
      <p:ext uri="{BB962C8B-B14F-4D97-AF65-F5344CB8AC3E}">
        <p14:creationId xmlns:p14="http://schemas.microsoft.com/office/powerpoint/2010/main" val="294901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08C0B4FE62C74BA6E09696FC590F8E" ma:contentTypeVersion="10" ma:contentTypeDescription="Crée un document." ma:contentTypeScope="" ma:versionID="949a5fadb2a241e36a5d1291d3d26ada">
  <xsd:schema xmlns:xsd="http://www.w3.org/2001/XMLSchema" xmlns:xs="http://www.w3.org/2001/XMLSchema" xmlns:p="http://schemas.microsoft.com/office/2006/metadata/properties" xmlns:ns3="bf760cee-92b9-42bd-83e5-e9831f13cb85" targetNamespace="http://schemas.microsoft.com/office/2006/metadata/properties" ma:root="true" ma:fieldsID="4f6728de55d367b226b75293baac2027" ns3:_="">
    <xsd:import namespace="bf760cee-92b9-42bd-83e5-e9831f13cb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760cee-92b9-42bd-83e5-e9831f13cb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760cee-92b9-42bd-83e5-e9831f13cb85" xsi:nil="true"/>
  </documentManagement>
</p:properties>
</file>

<file path=customXml/itemProps1.xml><?xml version="1.0" encoding="utf-8"?>
<ds:datastoreItem xmlns:ds="http://schemas.openxmlformats.org/officeDocument/2006/customXml" ds:itemID="{7AC7506B-C931-4DD0-B8E9-FE21DF4CDF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760cee-92b9-42bd-83e5-e9831f13cb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5A0EE6-CCDF-4CE1-86B3-FA5BF0E624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B80559-141A-4FDE-945D-1F5F8FC9F1ED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bf760cee-92b9-42bd-83e5-e9831f13cb85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TM04033937[[fn=Traînée de condensation]]</Template>
  <TotalTime>24</TotalTime>
  <Words>56</Words>
  <Application>Microsoft Office PowerPoint</Application>
  <PresentationFormat>Grand écran</PresentationFormat>
  <Paragraphs>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Calisto MT</vt:lpstr>
      <vt:lpstr>Univers Condensed</vt:lpstr>
      <vt:lpstr>ChronicleVTI</vt:lpstr>
      <vt:lpstr>Mon évolution à travers les années </vt:lpstr>
      <vt:lpstr>Le present </vt:lpstr>
      <vt:lpstr>Présentation PowerPoint</vt:lpstr>
      <vt:lpstr>Présentation PowerPoint</vt:lpstr>
      <vt:lpstr>Le Projet CAnsat</vt:lpstr>
      <vt:lpstr>Présentation PowerPoint</vt:lpstr>
      <vt:lpstr>L’ia</vt:lpstr>
      <vt:lpstr>LE passé </vt:lpstr>
      <vt:lpstr>Quand est-il du futur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Rommes Wyatt</dc:creator>
  <cp:lastModifiedBy>Rommes Wyatt</cp:lastModifiedBy>
  <cp:revision>1</cp:revision>
  <dcterms:created xsi:type="dcterms:W3CDTF">2026-06-22T21:35:11Z</dcterms:created>
  <dcterms:modified xsi:type="dcterms:W3CDTF">2026-06-22T21:59:27Z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0x0101004208C0B4FE62C74BA6E09696FC590F8E</vt:lpwstr>
  </property>
</Properties>
</file>